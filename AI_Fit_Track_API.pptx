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50" d="100"/>
          <a:sy n="50" d="100"/>
        </p:scale>
        <p:origin x="-1476" y="-4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64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2860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</a:defRPr>
            </a:pPr>
            <a:r>
              <a:t>AI FIT TRACK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10332720" cy="3067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600"/>
              </a:spcAft>
              <a:defRPr sz="3000" b="1">
                <a:solidFill>
                  <a:srgbClr val="264E7D"/>
                </a:solidFill>
              </a:defRPr>
            </a:pPr>
            <a:r>
              <a:rPr lang="en-US" sz="3000" b="1" dirty="0"/>
              <a:t>What is AI Fit Track API? </a:t>
            </a:r>
            <a:endParaRPr lang="en-US" sz="3000" b="1" dirty="0" smtClean="0"/>
          </a:p>
          <a:p>
            <a:pPr algn="ctr">
              <a:spcAft>
                <a:spcPts val="1600"/>
              </a:spcAft>
              <a:defRPr sz="3000" b="1">
                <a:solidFill>
                  <a:srgbClr val="264E7D"/>
                </a:solidFill>
              </a:defRPr>
            </a:pPr>
            <a:r>
              <a:rPr lang="en-US" sz="3000" b="1" dirty="0" smtClean="0"/>
              <a:t>AI </a:t>
            </a:r>
            <a:r>
              <a:rPr lang="en-US" sz="3000" b="1" dirty="0"/>
              <a:t>Fit Track API is a backend API system designed to manage and analyze fitness-related data. • Collects user fitness data • Stores and manages activity information • Processes data through API requests • Uses AI for fitness analysis • Provides results to application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129284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64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10332720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2200" b="1">
                <a:solidFill>
                  <a:srgbClr val="264E7D"/>
                </a:solidFill>
              </a:defRPr>
            </a:pPr>
            <a:r>
              <a:rPr lang="en-US" dirty="0" smtClean="0"/>
              <a:t>TEAM </a:t>
            </a:r>
            <a:r>
              <a:rPr lang="en-US" dirty="0" err="1" smtClean="0"/>
              <a:t>LEADER:Z.Salmabanu</a:t>
            </a:r>
            <a:endParaRPr lang="en-US" dirty="0" smtClean="0"/>
          </a:p>
          <a:p>
            <a:pPr algn="ctr">
              <a:spcAft>
                <a:spcPts val="1200"/>
              </a:spcAft>
              <a:defRPr sz="2200" b="1">
                <a:solidFill>
                  <a:srgbClr val="264E7D"/>
                </a:solidFill>
              </a:defRPr>
            </a:pPr>
            <a:r>
              <a:rPr lang="en-US" dirty="0" smtClean="0"/>
              <a:t>TEAM </a:t>
            </a:r>
            <a:r>
              <a:rPr lang="en-US" dirty="0" err="1" smtClean="0"/>
              <a:t>MEMBER:P.Sathiya</a:t>
            </a:r>
            <a:endParaRPr lang="en-US" dirty="0" smtClean="0"/>
          </a:p>
          <a:p>
            <a:pPr algn="ctr">
              <a:spcAft>
                <a:spcPts val="1200"/>
              </a:spcAft>
              <a:defRPr sz="2200" b="1">
                <a:solidFill>
                  <a:srgbClr val="264E7D"/>
                </a:solidFill>
              </a:defRPr>
            </a:pPr>
            <a:r>
              <a:rPr lang="en-US" dirty="0" smtClean="0"/>
              <a:t>TEAM </a:t>
            </a:r>
            <a:r>
              <a:rPr lang="en-US" dirty="0" err="1" smtClean="0"/>
              <a:t>MEMBER:D.Priyadharshini</a:t>
            </a:r>
            <a:endParaRPr lang="en-US" dirty="0" smtClean="0"/>
          </a:p>
          <a:p>
            <a:pPr algn="ctr">
              <a:spcAft>
                <a:spcPts val="1200"/>
              </a:spcAft>
              <a:defRPr sz="2200" b="1">
                <a:solidFill>
                  <a:srgbClr val="264E7D"/>
                </a:solidFill>
              </a:defRPr>
            </a:pPr>
            <a:r>
              <a:rPr lang="en-US" dirty="0" smtClean="0"/>
              <a:t>TEAM </a:t>
            </a:r>
            <a:r>
              <a:rPr lang="en-US" dirty="0" err="1" smtClean="0"/>
              <a:t>MEMBER:L.Renuga</a:t>
            </a:r>
            <a:endParaRPr dirty="0"/>
          </a:p>
          <a:p>
            <a:pPr algn="ctr">
              <a:spcAft>
                <a:spcPts val="1200"/>
              </a:spcAft>
              <a:defRPr sz="2400" b="0">
                <a:solidFill>
                  <a:srgbClr val="264E7D"/>
                </a:solidFill>
              </a:defRPr>
            </a:pPr>
            <a:endParaRPr dirty="0"/>
          </a:p>
          <a:p>
            <a:pPr algn="ctr">
              <a:spcAft>
                <a:spcPts val="1200"/>
              </a:spcAft>
              <a:defRPr sz="2200" b="1">
                <a:solidFill>
                  <a:srgbClr val="264E7D"/>
                </a:solidFill>
              </a:defRPr>
            </a:pP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129284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64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2860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</a:defRPr>
            </a:pPr>
            <a: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103327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2D3741"/>
                </a:solidFill>
              </a:defRPr>
            </a:pPr>
            <a:r>
              <a:t>• AI Fit Track API is designed to collect and process fitness-related data.</a:t>
            </a:r>
          </a:p>
          <a:p>
            <a:pPr>
              <a:spcAft>
                <a:spcPts val="1800"/>
              </a:spcAft>
              <a:defRPr sz="2200">
                <a:solidFill>
                  <a:srgbClr val="2D3741"/>
                </a:solidFill>
              </a:defRPr>
            </a:pPr>
            <a:r>
              <a:t>• It can support activity tracking, fitness analysis and personalized recommendations.</a:t>
            </a:r>
          </a:p>
          <a:p>
            <a:pPr>
              <a:spcAft>
                <a:spcPts val="1800"/>
              </a:spcAft>
              <a:defRPr sz="2200">
                <a:solidFill>
                  <a:srgbClr val="2D3741"/>
                </a:solidFill>
              </a:defRPr>
            </a:pPr>
            <a:r>
              <a:t>• The API acts as a bridge between a fitness application and its backend services.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64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2860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10332720" cy="4847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2D3741"/>
                </a:solidFill>
              </a:defRPr>
            </a:pPr>
            <a:r>
              <a:rPr lang="en-US" sz="2200" dirty="0"/>
              <a:t>AI Fit Track API AI-Powered Fitness Tracking Using API Presented by: </a:t>
            </a:r>
            <a:r>
              <a:rPr lang="en-US" sz="2200" dirty="0" err="1"/>
              <a:t>Salmabanu</a:t>
            </a:r>
            <a:r>
              <a:rPr lang="en-US" sz="2200" dirty="0"/>
              <a:t> B.Sc. Cyber Security </a:t>
            </a:r>
            <a:r>
              <a:rPr lang="en-US" sz="2200" dirty="0" err="1"/>
              <a:t>Bharathiyar</a:t>
            </a:r>
            <a:r>
              <a:rPr lang="en-US" sz="2200" dirty="0"/>
              <a:t> Arts and Science College for Women (Autonomous) 2. Project Overview What is AI Fit Track API? AI Fit Track API is a backend API system designed to manage and analyze fitness-related data. </a:t>
            </a:r>
            <a:endParaRPr lang="en-US" sz="2200" dirty="0" smtClean="0"/>
          </a:p>
          <a:p>
            <a:pPr>
              <a:spcAft>
                <a:spcPts val="1800"/>
              </a:spcAft>
              <a:defRPr sz="2200">
                <a:solidFill>
                  <a:srgbClr val="2D3741"/>
                </a:solidFill>
              </a:defRPr>
            </a:pPr>
            <a:r>
              <a:rPr lang="en-US" sz="2200" dirty="0" smtClean="0"/>
              <a:t>• </a:t>
            </a:r>
            <a:r>
              <a:rPr lang="en-US" sz="2200" dirty="0"/>
              <a:t>Collects user fitness data • Stores and manages activity information • Processes data through API requests </a:t>
            </a:r>
            <a:endParaRPr lang="en-US" sz="2200" dirty="0" smtClean="0"/>
          </a:p>
          <a:p>
            <a:pPr>
              <a:spcAft>
                <a:spcPts val="1800"/>
              </a:spcAft>
              <a:defRPr sz="2200">
                <a:solidFill>
                  <a:srgbClr val="2D3741"/>
                </a:solidFill>
              </a:defRPr>
            </a:pPr>
            <a:r>
              <a:rPr lang="en-US" sz="2200" dirty="0" smtClean="0"/>
              <a:t>• </a:t>
            </a:r>
            <a:r>
              <a:rPr lang="en-US" sz="2200" dirty="0"/>
              <a:t>Uses AI for fitness analysis • Provides results to applications Main Idea User fi API fi AI Analysis fi Fitness Result 3. Problem Statement Existing Challenges • Fitness data comes from multiple sources. </a:t>
            </a:r>
            <a:endParaRPr lang="en-US" sz="2200" dirty="0" smtClean="0"/>
          </a:p>
          <a:p>
            <a:pPr>
              <a:spcAft>
                <a:spcPts val="1800"/>
              </a:spcAft>
              <a:defRPr sz="2200">
                <a:solidFill>
                  <a:srgbClr val="2D3741"/>
                </a:solidFill>
              </a:defRPr>
            </a:pPr>
            <a:r>
              <a:rPr lang="en-US" sz="2200" dirty="0" smtClean="0"/>
              <a:t>• </a:t>
            </a:r>
            <a:r>
              <a:rPr lang="en-US" sz="2200" dirty="0"/>
              <a:t>Users need an easy way to manage their activity data. • Raw fitness data is difficult to understand. • Manual tracking is time-consuming. • Applications need a reliable API to process fitness information. Objective To 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129284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64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2860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</a:defRPr>
            </a:pPr>
            <a:r>
              <a:t>PROPOSED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103327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2D3741"/>
                </a:solidFill>
              </a:defRPr>
            </a:pPr>
            <a:r>
              <a:t>• Collect fitness data through API requests.</a:t>
            </a:r>
          </a:p>
          <a:p>
            <a:pPr>
              <a:spcAft>
                <a:spcPts val="1800"/>
              </a:spcAft>
              <a:defRPr sz="2200">
                <a:solidFill>
                  <a:srgbClr val="2D3741"/>
                </a:solidFill>
              </a:defRPr>
            </a:pPr>
            <a:r>
              <a:t>• Store and process user activity information.</a:t>
            </a:r>
          </a:p>
          <a:p>
            <a:pPr>
              <a:spcAft>
                <a:spcPts val="1800"/>
              </a:spcAft>
              <a:defRPr sz="2200">
                <a:solidFill>
                  <a:srgbClr val="2D3741"/>
                </a:solidFill>
              </a:defRPr>
            </a:pPr>
            <a:r>
              <a:t>• Analyze fitness metrics using intelligent logic.</a:t>
            </a:r>
          </a:p>
          <a:p>
            <a:pPr>
              <a:spcAft>
                <a:spcPts val="1800"/>
              </a:spcAft>
              <a:defRPr sz="2200">
                <a:solidFill>
                  <a:srgbClr val="2D3741"/>
                </a:solidFill>
              </a:defRPr>
            </a:pPr>
            <a:r>
              <a:t>• Provide personalized progress information and recommendations.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64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2860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</a:defRPr>
            </a:pPr>
            <a:r>
              <a:t>KEY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103327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2D3741"/>
                </a:solidFill>
              </a:defRPr>
            </a:pPr>
            <a:r>
              <a:t>• User profile &amp; fitness data management</a:t>
            </a:r>
          </a:p>
          <a:p>
            <a:pPr>
              <a:spcAft>
                <a:spcPts val="1800"/>
              </a:spcAft>
              <a:defRPr sz="2200">
                <a:solidFill>
                  <a:srgbClr val="2D3741"/>
                </a:solidFill>
              </a:defRPr>
            </a:pPr>
            <a:r>
              <a:t>• Activity and workout tracking</a:t>
            </a:r>
          </a:p>
          <a:p>
            <a:pPr>
              <a:spcAft>
                <a:spcPts val="1800"/>
              </a:spcAft>
              <a:defRPr sz="2200">
                <a:solidFill>
                  <a:srgbClr val="2D3741"/>
                </a:solidFill>
              </a:defRPr>
            </a:pPr>
            <a:r>
              <a:t>• Fitness metrics analysis</a:t>
            </a:r>
          </a:p>
          <a:p>
            <a:pPr>
              <a:spcAft>
                <a:spcPts val="1800"/>
              </a:spcAft>
              <a:defRPr sz="2200">
                <a:solidFill>
                  <a:srgbClr val="2D3741"/>
                </a:solidFill>
              </a:defRPr>
            </a:pPr>
            <a:r>
              <a:t>• Progress monitoring</a:t>
            </a:r>
          </a:p>
          <a:p>
            <a:pPr>
              <a:spcAft>
                <a:spcPts val="1800"/>
              </a:spcAft>
              <a:defRPr sz="2200">
                <a:solidFill>
                  <a:srgbClr val="2D3741"/>
                </a:solidFill>
              </a:defRPr>
            </a:pPr>
            <a:r>
              <a:t>• Personalized recommendations</a:t>
            </a:r>
          </a:p>
          <a:p>
            <a:pPr>
              <a:spcAft>
                <a:spcPts val="1800"/>
              </a:spcAft>
              <a:defRPr sz="2200">
                <a:solidFill>
                  <a:srgbClr val="2D3741"/>
                </a:solidFill>
              </a:defRPr>
            </a:pPr>
            <a:r>
              <a:t>• Secure API-based communication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64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2860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</a:defRPr>
            </a:pPr>
            <a:r>
              <a:t>TECHNOLOGY &amp;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103327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2D3741"/>
                </a:solidFill>
              </a:defRPr>
            </a:pPr>
            <a:r>
              <a:t>• Frontend / Mobile App → AI Fit Track API → Backend Server → Database</a:t>
            </a:r>
          </a:p>
          <a:p>
            <a:pPr>
              <a:spcAft>
                <a:spcPts val="1800"/>
              </a:spcAft>
              <a:defRPr sz="2100">
                <a:solidFill>
                  <a:srgbClr val="2D3741"/>
                </a:solidFill>
              </a:defRPr>
            </a:pPr>
            <a:r>
              <a:t>• API: REST / JSON</a:t>
            </a:r>
          </a:p>
          <a:p>
            <a:pPr>
              <a:spcAft>
                <a:spcPts val="1800"/>
              </a:spcAft>
              <a:defRPr sz="2100">
                <a:solidFill>
                  <a:srgbClr val="2D3741"/>
                </a:solidFill>
              </a:defRPr>
            </a:pPr>
            <a:r>
              <a:t>• Backend: Node.js / Express (prototype)</a:t>
            </a:r>
          </a:p>
          <a:p>
            <a:pPr>
              <a:spcAft>
                <a:spcPts val="1800"/>
              </a:spcAft>
              <a:defRPr sz="2100">
                <a:solidFill>
                  <a:srgbClr val="2D3741"/>
                </a:solidFill>
              </a:defRPr>
            </a:pPr>
            <a:r>
              <a:t>• Database: MongoDB</a:t>
            </a:r>
          </a:p>
          <a:p>
            <a:pPr>
              <a:spcAft>
                <a:spcPts val="1800"/>
              </a:spcAft>
              <a:defRPr sz="2100">
                <a:solidFill>
                  <a:srgbClr val="2D3741"/>
                </a:solidFill>
              </a:defRPr>
            </a:pPr>
            <a:r>
              <a:t>• AI/Analytics: fitness-data analysis and recommendation logic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64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2860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</a:defRPr>
            </a:pPr>
            <a:r>
              <a:t>EXPECTED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103327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2D3741"/>
                </a:solidFill>
              </a:defRPr>
            </a:pPr>
            <a:r>
              <a:t>• Centralized and structured fitness information</a:t>
            </a:r>
          </a:p>
          <a:p>
            <a:pPr>
              <a:spcAft>
                <a:spcPts val="1800"/>
              </a:spcAft>
              <a:defRPr sz="2200">
                <a:solidFill>
                  <a:srgbClr val="2D3741"/>
                </a:solidFill>
              </a:defRPr>
            </a:pPr>
            <a:r>
              <a:t>• Easy integration with fitness applications</a:t>
            </a:r>
          </a:p>
          <a:p>
            <a:pPr>
              <a:spcAft>
                <a:spcPts val="1800"/>
              </a:spcAft>
              <a:defRPr sz="2200">
                <a:solidFill>
                  <a:srgbClr val="2D3741"/>
                </a:solidFill>
              </a:defRPr>
            </a:pPr>
            <a:r>
              <a:t>• Useful activity and progress insights</a:t>
            </a:r>
          </a:p>
          <a:p>
            <a:pPr>
              <a:spcAft>
                <a:spcPts val="1800"/>
              </a:spcAft>
              <a:defRPr sz="2200">
                <a:solidFill>
                  <a:srgbClr val="2D3741"/>
                </a:solidFill>
              </a:defRPr>
            </a:pPr>
            <a:r>
              <a:t>• Personalized fitness support</a:t>
            </a:r>
          </a:p>
          <a:p>
            <a:pPr>
              <a:spcAft>
                <a:spcPts val="1800"/>
              </a:spcAft>
              <a:defRPr sz="2200">
                <a:solidFill>
                  <a:srgbClr val="2D3741"/>
                </a:solidFill>
              </a:defRPr>
            </a:pPr>
            <a:r>
              <a:t>• Scalable foundation for future AI-based health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405</Words>
  <Application>Microsoft Office PowerPoint</Application>
  <PresentationFormat>Custom</PresentationFormat>
  <Paragraphs>48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acer</cp:lastModifiedBy>
  <cp:revision>3</cp:revision>
  <dcterms:created xsi:type="dcterms:W3CDTF">2013-01-27T09:14:16Z</dcterms:created>
  <dcterms:modified xsi:type="dcterms:W3CDTF">2026-09-30T05:09:27Z</dcterms:modified>
  <cp:category/>
</cp:coreProperties>
</file>